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2377440"/>
            <a:ext cx="164592" cy="9144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27263" y="2148840"/>
            <a:ext cx="164592" cy="1371600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56448" y="2491740"/>
            <a:ext cx="164592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85632" y="1965960"/>
            <a:ext cx="16459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14815" y="2263140"/>
            <a:ext cx="164592" cy="1143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0" y="2400300"/>
            <a:ext cx="164592" cy="868680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73184" y="2080260"/>
            <a:ext cx="164592" cy="1508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02367" y="2560320"/>
            <a:ext cx="164592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96012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SceneSound Studio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CE8F8"/>
                </a:solidFill>
                <a:latin typeface="Segoe UI"/>
              </a:defRPr>
            </a:pPr>
            <a:r>
              <a:t>Animal-care visuals, soundtracks, SFX, narration, and safety review in one multimodal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916936"/>
            <a:ext cx="3657600" cy="132588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88036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880360"/>
            <a:ext cx="365760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04495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Final Week 15 polished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447288"/>
            <a:ext cx="33284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Foundation Models for Speech, Music, Sound, and Multimodal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45736" y="2916936"/>
            <a:ext cx="2971800" cy="132588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60" y="288036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60" y="2880360"/>
            <a:ext cx="297180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3044952"/>
            <a:ext cx="2642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Course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3447288"/>
            <a:ext cx="264261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CS 5588 - May 5,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" y="4517136"/>
            <a:ext cx="6858000" cy="105156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480560"/>
            <a:ext cx="6858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480560"/>
            <a:ext cx="6858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645152"/>
            <a:ext cx="6528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Demo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047488"/>
            <a:ext cx="6528816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Image generation + music generation + narration planning + responsible AI.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172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E8F8"/>
                </a:solidFill>
                <a:latin typeface="Segoe U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Creators and educators need fast animal-care visuals, soundtracks, SFX, and narration for short explainers.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Week 13 image prompts and Week 14 audio prompts were useful separately, but not a complete product.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The final challenge needs a polished workflow with stronger engineering, evaluation, UX, business value, and responsible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Week 13 and 14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545336"/>
            <a:ext cx="3310128" cy="306324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33101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508760"/>
            <a:ext cx="3310128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Week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2980944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Week 13: AI Animal Care &amp; Pet Health Visualization System using Stable Diffusion-style structured image prompts.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14800" y="2670048"/>
            <a:ext cx="548640" cy="411480"/>
          </a:xfrm>
          <a:prstGeom prst="rightArrow">
            <a:avLst/>
          </a:prstGeom>
          <a:solidFill>
            <a:srgbClr val="B8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545336"/>
            <a:ext cx="3310128" cy="306324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17136" y="1508760"/>
            <a:ext cx="33101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6" y="1508760"/>
            <a:ext cx="3310128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67335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Week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075688"/>
            <a:ext cx="2980944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Week 14: SceneSound Studio, a working text-to-music and sound-effects prototype for creator audio.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82128" y="2670048"/>
            <a:ext cx="548640" cy="411480"/>
          </a:xfrm>
          <a:prstGeom prst="rightArrow">
            <a:avLst/>
          </a:prstGeom>
          <a:solidFill>
            <a:srgbClr val="B8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545336"/>
            <a:ext cx="3310128" cy="306324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4464" y="1508760"/>
            <a:ext cx="33101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84464" y="1508760"/>
            <a:ext cx="3310128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1673351"/>
            <a:ext cx="2980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Week 15 Direction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2075688"/>
            <a:ext cx="2980944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Week 15 direction: combine image, music, SFX, narration, safety review, and evaluation into one multimodal studio.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Final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Multimodal pipeline: animal-care scenario -&gt; image prompt -&gt; soundtrack prompt -&gt; SFX cue sheet -&gt; narration.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Improved prompt templates, audience controls, mood controls, duration controls, and safety checks.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Gradio product demo, real evaluation metrics, business model, final report, and presentation-ready deck.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911095"/>
            <a:ext cx="2331720" cy="192024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331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233172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3911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41448"/>
            <a:ext cx="20025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Animal, condition, setting, mood, duration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53512" y="2606040"/>
            <a:ext cx="411480" cy="310896"/>
          </a:xfrm>
          <a:prstGeom prst="rightArrow">
            <a:avLst/>
          </a:prstGeom>
          <a:solidFill>
            <a:srgbClr val="A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5576" y="1911095"/>
            <a:ext cx="2331720" cy="192024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874519"/>
            <a:ext cx="2331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874519"/>
            <a:ext cx="233172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203911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441448"/>
            <a:ext cx="20025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Image and soundtrack prompt templates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88152" y="2606040"/>
            <a:ext cx="411480" cy="310896"/>
          </a:xfrm>
          <a:prstGeom prst="rightArrow">
            <a:avLst/>
          </a:prstGeom>
          <a:solidFill>
            <a:srgbClr val="A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0216" y="1911095"/>
            <a:ext cx="2331720" cy="192024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874519"/>
            <a:ext cx="2331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874519"/>
            <a:ext cx="23317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03911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441448"/>
            <a:ext cx="20025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SFX cues, narration, and safety review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22792" y="2606040"/>
            <a:ext cx="411480" cy="310896"/>
          </a:xfrm>
          <a:prstGeom prst="rightArrow">
            <a:avLst/>
          </a:prstGeom>
          <a:solidFill>
            <a:srgbClr val="AAB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34856" y="1911095"/>
            <a:ext cx="2331720" cy="192024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98280" y="1874519"/>
            <a:ext cx="2331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1874519"/>
            <a:ext cx="2331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203911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441448"/>
            <a:ext cx="20025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Alignment, realism, diversity,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177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324A"/>
                </a:solidFill>
                <a:latin typeface="Segoe UI"/>
              </a:defRPr>
            </a:pPr>
            <a:r>
              <a:t>- Input: animal, care condition, environment, mood, duration, and target audience.</a:t>
            </a:r>
          </a:p>
          <a:p>
            <a:pPr>
              <a:spcAft>
                <a:spcPts val="800"/>
              </a:spcAft>
              <a:defRPr sz="1500">
                <a:solidFill>
                  <a:srgbClr val="25324A"/>
                </a:solidFill>
                <a:latin typeface="Segoe UI"/>
              </a:defRPr>
            </a:pPr>
            <a:r>
              <a:t>- Processing: prompt normalization, image prompt generation, music prompt generation, SFX cue planning, narration, safety review.</a:t>
            </a:r>
          </a:p>
          <a:p>
            <a:pPr>
              <a:spcAft>
                <a:spcPts val="800"/>
              </a:spcAft>
              <a:defRPr sz="1500">
                <a:solidFill>
                  <a:srgbClr val="25324A"/>
                </a:solidFill>
                <a:latin typeface="Segoe UI"/>
              </a:defRPr>
            </a:pPr>
            <a:r>
              <a:t>- Output: production-ready creative brief plus evaluation metrics for prompt alignment, realism, diversity, and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Models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Week 13 target: Stable Diffusion / ControlNet for controlled animal-care image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Week 14 target: MusicGen or AudioLDM-style models for music beds and sound effects.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Week 15 target: optional TTS or speech model for narration, plus a structured local demo for reliable 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Prompt and Input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Structured inputs keep the system controllable: subject, condition, setting, mood, duration, and audience.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Prompt templates reduce vague outputs and produce safer educational animal-care media.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Negative/safety framing avoids graphic medical content, copyrighted music imitation, and unauthorized voice cloning.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How to Use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Step 1: enter the animal, care scenario, environment, soundtrack mood, duration, and audience.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Step 2: click Generate Multimodal Plan to create the full production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Step 3: review each tab: Image Prompt, Music Prompt, SFX Cue Sheet, Narration, Responsible AI, and Evaluation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5324A"/>
                </a:solidFill>
                <a:latin typeface="Segoe UI"/>
              </a:defRPr>
            </a:pPr>
            <a:r>
              <a:t>- Input screen shows a productized Gradio-style workflow for multimodal scenario creation.</a:t>
            </a:r>
          </a:p>
          <a:p>
            <a:pPr>
              <a:spcAft>
                <a:spcPts val="800"/>
              </a:spcAft>
              <a:defRPr sz="1300">
                <a:solidFill>
                  <a:srgbClr val="25324A"/>
                </a:solidFill>
                <a:latin typeface="Segoe UI"/>
              </a:defRPr>
            </a:pPr>
            <a:r>
              <a:t>- Results screen shows image prompt, music prompt, SFX cues, narration, responsible-AI review, and metrics.</a:t>
            </a:r>
          </a:p>
          <a:p>
            <a:pPr>
              <a:spcAft>
                <a:spcPts val="800"/>
              </a:spcAft>
              <a:defRPr sz="1300">
                <a:solidFill>
                  <a:srgbClr val="25324A"/>
                </a:solidFill>
                <a:latin typeface="Segoe UI"/>
              </a:defRPr>
            </a:pPr>
            <a:r>
              <a:t>- The screenshots demonstrate how Week 13 image work and Week 14 sound work become one final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52578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enesound_ap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67712"/>
            <a:ext cx="4983480" cy="32834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6052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Segoe UI"/>
              </a:defRPr>
            </a:pPr>
            <a:r>
              <a:t>Input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2578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enesound_results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67712"/>
            <a:ext cx="4983480" cy="32834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60" y="56052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7085"/>
                </a:solidFill>
                <a:latin typeface="Segoe UI"/>
              </a:defRPr>
            </a:pPr>
            <a:r>
              <a:t>Generated multimodal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Sample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Image prompt: educational veterinary scene for a golden retriever with mild dehydration warning signs.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Music prompt: hopeful 45-second background bed with bright marimba, clean guitar, and soft strings.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Final outputs also include SFX timing cues, narration text, safety review, prompt alignment, realism, diversity, and latency.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1453896"/>
            <a:ext cx="2331720" cy="150876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233172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8191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Prompt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84248"/>
            <a:ext cx="2002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453896"/>
            <a:ext cx="2331720" cy="150876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41732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417320"/>
            <a:ext cx="233172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58191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Multimodal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984248"/>
            <a:ext cx="2002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453896"/>
            <a:ext cx="2331720" cy="150876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331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158191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Diversity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1984248"/>
            <a:ext cx="2002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86%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5" y="1453896"/>
            <a:ext cx="2331720" cy="150876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59" y="141732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1417320"/>
            <a:ext cx="23317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1" y="1581912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Safety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1" y="1984248"/>
            <a:ext cx="20025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7033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5324A"/>
                </a:solidFill>
                <a:latin typeface="Segoe UI"/>
              </a:defRPr>
            </a:pPr>
            <a:r>
              <a:t>- Evaluation metrics are saved in outputs/evaluation_results.csv.</a:t>
            </a:r>
          </a:p>
          <a:p>
            <a:pPr>
              <a:spcAft>
                <a:spcPts val="800"/>
              </a:spcAft>
              <a:defRPr sz="1800">
                <a:solidFill>
                  <a:srgbClr val="25324A"/>
                </a:solidFill>
                <a:latin typeface="Segoe UI"/>
              </a:defRPr>
            </a:pPr>
            <a:r>
              <a:t>- Prompt alignment measures whether the generated plan includes subject, condition, mood, education, and care context.</a:t>
            </a:r>
          </a:p>
          <a:p>
            <a:pPr>
              <a:spcAft>
                <a:spcPts val="800"/>
              </a:spcAft>
              <a:defRPr sz="1800">
                <a:solidFill>
                  <a:srgbClr val="25324A"/>
                </a:solidFill>
                <a:latin typeface="Segoe UI"/>
              </a:defRPr>
            </a:pPr>
            <a:r>
              <a:t>- Realism, diversity, latency, safety flags, and SFX cue count show better output quality than the Week 14 audio-only baseline.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Baseline vs Final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" y="1545336"/>
            <a:ext cx="4709160" cy="310896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4709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4709160" cy="73152"/>
          </a:xfrm>
          <a:prstGeom prst="rect">
            <a:avLst/>
          </a:prstGeom>
          <a:solidFill>
            <a:srgbClr val="D14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673351"/>
            <a:ext cx="4379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14368"/>
                </a:solidFill>
                <a:latin typeface="Segoe UI"/>
              </a:defRPr>
            </a:pPr>
            <a: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075688"/>
            <a:ext cx="4379976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Week 14 baseline: audio prompt generator for music beds and sound effects.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74536" y="1545336"/>
            <a:ext cx="4709160" cy="310896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1508760"/>
            <a:ext cx="4709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508760"/>
            <a:ext cx="470916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1673351"/>
            <a:ext cx="4379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Final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2075688"/>
            <a:ext cx="4379976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Week 15 final: multimodal production studio with image prompts, soundtrack prompts, SFX cues, narration, safety review, and metrics.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72033"/>
                </a:solidFill>
                <a:latin typeface="Segoe UI"/>
              </a:defRPr>
            </a:pPr>
            <a:r>
              <a:t>The final version has stronger engineering, better outputs, deeper evaluation, and clearer product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Target users: veterinary educators, animal shelters, pet-care creators, instructors, and small marketing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Value: faster educational media production without hiring separate visual, music, and narration specialists.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Pricing: free student tier, creator subscription, and clinic/shelter team tier with brand presets and export tools.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Risks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Avoid graphic or misleading animal-health visuals and label outputs as AI-generated educational media.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Prevent copyright misuse by generating original music instead of imitating living artists or protected tracks.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Prevent voice misuse by requiring permission for cloned voices and using neutral narration by default.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Offline demo generates prompts, cue sheets, narration, and metrics rather than heavy GPU image/audio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Scores are proxy metrics; final production should include human ratings and domain expert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Real model integration would require GPU/API access, dataset licensing, and stronger media 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3520440" cy="73152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7DE9"/>
                </a:solidFill>
                <a:latin typeface="Segoe UI"/>
              </a:defRPr>
            </a:pPr>
            <a:r>
              <a:t>Point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Connect image prompts to Stable Diffusion XL or ControlNet and audio prompts to MusicGen or AudioLDM.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71416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508760"/>
            <a:ext cx="3520440" cy="73152"/>
          </a:xfrm>
          <a:prstGeom prst="rect">
            <a:avLst/>
          </a:prstGeom>
          <a:solidFill>
            <a:srgbClr val="0F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9F6E"/>
                </a:solidFill>
                <a:latin typeface="Segoe UI"/>
              </a:defRPr>
            </a:pPr>
            <a:r>
              <a:t>Point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Add waveform preview, generated image preview, timeline editing, batch export, and human rating 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45336"/>
            <a:ext cx="3520440" cy="29718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508760"/>
            <a:ext cx="35204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508760"/>
            <a:ext cx="35204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73351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Point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075688"/>
            <a:ext cx="3191256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Add shelter/clinic templates, API deployment, and safer review workflows for educational publishing.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7085"/>
                </a:solidFill>
                <a:latin typeface="Segoe UI"/>
              </a:defRPr>
            </a:pPr>
            <a:r>
              <a:t>CS 5588 Week 15 Final Challenge | SceneSound Studio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093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667085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72033"/>
                </a:solidFill>
                <a:latin typeface="Segoe UI"/>
              </a:defRPr>
            </a:pPr>
            <a:r>
              <a:t>SceneSound Studio Pro is significantly better than Week 14 because it turns an audio prototype into a full multimodal AI production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48256" y="3282696"/>
            <a:ext cx="8138160" cy="1371600"/>
          </a:xfrm>
          <a:prstGeom prst="roundRect">
            <a:avLst/>
          </a:prstGeom>
          <a:solidFill>
            <a:srgbClr val="E9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3246120"/>
            <a:ext cx="8138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3246120"/>
            <a:ext cx="8138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3410712"/>
            <a:ext cx="7808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Final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3813048"/>
            <a:ext cx="780897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324A"/>
                </a:solidFill>
                <a:latin typeface="Segoe UI"/>
              </a:defRPr>
            </a:pPr>
            <a:r>
              <a:t>It connects Week 13 image generation and Week 14 sound generation into a polished, evaluated, responsible, presentation-ready final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